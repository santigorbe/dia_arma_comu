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0693400" cy="7556500"/>
  <p:notesSz cx="6858000" cy="9144000"/>
  <p:embeddedFontLst>
    <p:embeddedFont>
      <p:font typeface="Calibri" panose="020F0502020204030204" pitchFamily="34" charset="0"/>
      <p:regular r:id="rId3"/>
      <p:bold r:id="rId4"/>
      <p:italic r:id="rId5"/>
      <p:boldItalic r:id="rId6"/>
    </p:embeddedFont>
    <p:embeddedFont>
      <p:font typeface="Times New Roman MT" panose="020B0604020202020204" charset="0"/>
      <p:regular r:id="rId7"/>
    </p:embeddedFont>
    <p:embeddedFont>
      <p:font typeface="Times New Roman MT Bold" panose="020B0604020202020204" charset="0"/>
      <p:regular r:id="rId8"/>
    </p:embeddedFont>
    <p:embeddedFont>
      <p:font typeface="Times New Roman MT Italics" panose="020B0604020202020204" charset="0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98" d="100"/>
          <a:sy n="98" d="100"/>
        </p:scale>
        <p:origin x="1500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6.fntdata"/><Relationship Id="rId13" Type="http://schemas.openxmlformats.org/officeDocument/2006/relationships/tableStyles" Target="tableStyles.xml"/><Relationship Id="rId3" Type="http://schemas.openxmlformats.org/officeDocument/2006/relationships/font" Target="fonts/font1.fntdata"/><Relationship Id="rId7" Type="http://schemas.openxmlformats.org/officeDocument/2006/relationships/font" Target="fonts/font5.fntdata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openxmlformats.org/officeDocument/2006/relationships/viewProps" Target="viewProps.xml"/><Relationship Id="rId5" Type="http://schemas.openxmlformats.org/officeDocument/2006/relationships/font" Target="fonts/font3.fntdata"/><Relationship Id="rId10" Type="http://schemas.openxmlformats.org/officeDocument/2006/relationships/presProps" Target="presProps.xml"/><Relationship Id="rId4" Type="http://schemas.openxmlformats.org/officeDocument/2006/relationships/font" Target="fonts/font2.fntdata"/><Relationship Id="rId9" Type="http://schemas.openxmlformats.org/officeDocument/2006/relationships/font" Target="fonts/font7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93514" y="3270845"/>
            <a:ext cx="9304971" cy="2564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998"/>
              </a:lnSpc>
            </a:pPr>
            <a:r>
              <a:rPr lang="en-US" sz="1723" i="1" spc="113" dirty="0">
                <a:solidFill>
                  <a:srgbClr val="000000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La </a:t>
            </a:r>
            <a:r>
              <a:rPr lang="en-US" sz="1723" i="1" spc="113" dirty="0" err="1">
                <a:solidFill>
                  <a:srgbClr val="000000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Comisión</a:t>
            </a:r>
            <a:r>
              <a:rPr lang="en-US" sz="1723" i="1" spc="113" dirty="0">
                <a:solidFill>
                  <a:srgbClr val="000000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 del </a:t>
            </a:r>
            <a:r>
              <a:rPr lang="en-US" sz="1723" i="1" spc="113" dirty="0" err="1">
                <a:solidFill>
                  <a:srgbClr val="000000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Arma</a:t>
            </a:r>
            <a:r>
              <a:rPr lang="en-US" sz="1723" i="1" spc="113" dirty="0">
                <a:solidFill>
                  <a:srgbClr val="000000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 de Comunicaciones e </a:t>
            </a:r>
            <a:r>
              <a:rPr lang="en-US" sz="1723" i="1" spc="113" dirty="0" err="1">
                <a:solidFill>
                  <a:srgbClr val="000000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Informática</a:t>
            </a:r>
            <a:r>
              <a:rPr lang="en-US" sz="1723" i="1" spc="113" dirty="0">
                <a:solidFill>
                  <a:srgbClr val="000000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 "</a:t>
            </a:r>
            <a:r>
              <a:rPr lang="en-US" sz="1723" i="1" spc="113" dirty="0" err="1">
                <a:solidFill>
                  <a:srgbClr val="000000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Arcángel</a:t>
            </a:r>
            <a:r>
              <a:rPr lang="en-US" sz="1723" i="1" spc="113" dirty="0">
                <a:solidFill>
                  <a:srgbClr val="000000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 San Gabriel" </a:t>
            </a:r>
            <a:r>
              <a:rPr lang="en-US" sz="1723" i="1" spc="113" dirty="0" err="1">
                <a:solidFill>
                  <a:srgbClr val="000000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tiene</a:t>
            </a:r>
            <a:r>
              <a:rPr lang="en-US" sz="1723" i="1" spc="113" dirty="0">
                <a:solidFill>
                  <a:srgbClr val="000000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 el honor de </a:t>
            </a:r>
            <a:r>
              <a:rPr lang="en-US" sz="1723" i="1" spc="113" dirty="0" err="1">
                <a:solidFill>
                  <a:srgbClr val="000000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saludar</a:t>
            </a:r>
            <a:r>
              <a:rPr lang="en-US" sz="1723" i="1" spc="113" dirty="0">
                <a:solidFill>
                  <a:srgbClr val="000000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 al </a:t>
            </a:r>
            <a:r>
              <a:rPr lang="en-US" sz="1723" i="1" spc="113" dirty="0" err="1">
                <a:solidFill>
                  <a:srgbClr val="000000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Señor</a:t>
            </a:r>
            <a:r>
              <a:rPr lang="en-US" sz="1723" i="1" spc="113" dirty="0">
                <a:solidFill>
                  <a:srgbClr val="000000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/a [</a:t>
            </a:r>
            <a:r>
              <a:rPr lang="en-US" sz="1723" i="1" spc="113" dirty="0" err="1">
                <a:solidFill>
                  <a:srgbClr val="000000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Nombre</a:t>
            </a:r>
            <a:r>
              <a:rPr lang="en-US" sz="1723" i="1" spc="113" dirty="0">
                <a:solidFill>
                  <a:srgbClr val="000000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 y </a:t>
            </a:r>
            <a:r>
              <a:rPr lang="en-US" sz="1723" i="1" spc="113" dirty="0" err="1">
                <a:solidFill>
                  <a:srgbClr val="000000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Apellido</a:t>
            </a:r>
            <a:r>
              <a:rPr lang="en-US" sz="1723" i="1" spc="113" dirty="0">
                <a:solidFill>
                  <a:srgbClr val="000000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], con </a:t>
            </a:r>
            <a:r>
              <a:rPr lang="en-US" sz="1723" i="1" spc="113" dirty="0" err="1">
                <a:solidFill>
                  <a:srgbClr val="000000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motivo</a:t>
            </a:r>
            <a:r>
              <a:rPr lang="en-US" sz="1723" i="1" spc="113" dirty="0">
                <a:solidFill>
                  <a:srgbClr val="000000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 de </a:t>
            </a:r>
            <a:r>
              <a:rPr lang="en-US" sz="1723" i="1" spc="113" dirty="0" err="1">
                <a:solidFill>
                  <a:srgbClr val="000000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celebrarse</a:t>
            </a:r>
            <a:r>
              <a:rPr lang="en-US" sz="1723" i="1" spc="113" dirty="0">
                <a:solidFill>
                  <a:srgbClr val="000000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 el 84° </a:t>
            </a:r>
            <a:r>
              <a:rPr lang="en-US" sz="1723" i="1" spc="113" dirty="0" err="1">
                <a:solidFill>
                  <a:srgbClr val="000000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Aniversario</a:t>
            </a:r>
            <a:r>
              <a:rPr lang="en-US" sz="1723" i="1" spc="113" dirty="0">
                <a:solidFill>
                  <a:srgbClr val="000000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 del </a:t>
            </a:r>
            <a:r>
              <a:rPr lang="en-US" sz="1723" i="1" spc="113" dirty="0" err="1">
                <a:solidFill>
                  <a:srgbClr val="000000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Arma</a:t>
            </a:r>
            <a:r>
              <a:rPr lang="en-US" sz="1723" i="1" spc="113" dirty="0">
                <a:solidFill>
                  <a:srgbClr val="000000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 de Comunicaciones y el Día del Sistema de </a:t>
            </a:r>
            <a:r>
              <a:rPr lang="en-US" sz="1723" i="1" spc="113" dirty="0" err="1">
                <a:solidFill>
                  <a:srgbClr val="000000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Computación</a:t>
            </a:r>
            <a:r>
              <a:rPr lang="en-US" sz="1723" i="1" spc="113" dirty="0">
                <a:solidFill>
                  <a:srgbClr val="000000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 de </a:t>
            </a:r>
            <a:r>
              <a:rPr lang="en-US" sz="1723" i="1" spc="113" dirty="0" err="1">
                <a:solidFill>
                  <a:srgbClr val="000000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Datos</a:t>
            </a:r>
            <a:r>
              <a:rPr lang="en-US" sz="1723" i="1" spc="113" dirty="0">
                <a:solidFill>
                  <a:srgbClr val="000000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, bajo la </a:t>
            </a:r>
            <a:r>
              <a:rPr lang="en-US" sz="1723" i="1" spc="113" dirty="0" err="1">
                <a:solidFill>
                  <a:srgbClr val="000000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advocación</a:t>
            </a:r>
            <a:r>
              <a:rPr lang="en-US" sz="1723" i="1" spc="113" dirty="0">
                <a:solidFill>
                  <a:srgbClr val="000000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 de </a:t>
            </a:r>
            <a:r>
              <a:rPr lang="en-US" sz="1723" i="1" spc="113" dirty="0" err="1">
                <a:solidFill>
                  <a:srgbClr val="000000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su</a:t>
            </a:r>
            <a:r>
              <a:rPr lang="en-US" sz="1723" i="1" spc="113" dirty="0">
                <a:solidFill>
                  <a:srgbClr val="000000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 Santo </a:t>
            </a:r>
            <a:r>
              <a:rPr lang="en-US" sz="1723" i="1" spc="113" dirty="0" err="1">
                <a:solidFill>
                  <a:srgbClr val="000000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Patrono</a:t>
            </a:r>
            <a:r>
              <a:rPr lang="en-US" sz="1723" i="1" spc="113" dirty="0">
                <a:solidFill>
                  <a:srgbClr val="000000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, San Gabriel </a:t>
            </a:r>
            <a:r>
              <a:rPr lang="en-US" sz="1723" i="1" spc="113" dirty="0" err="1">
                <a:solidFill>
                  <a:srgbClr val="000000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Arcángel</a:t>
            </a:r>
            <a:r>
              <a:rPr lang="en-US" sz="1723" i="1" spc="113" dirty="0">
                <a:solidFill>
                  <a:srgbClr val="000000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.</a:t>
            </a:r>
          </a:p>
          <a:p>
            <a:pPr algn="just">
              <a:lnSpc>
                <a:spcPts val="1998"/>
              </a:lnSpc>
            </a:pPr>
            <a:endParaRPr lang="en-US" sz="1723" i="1" spc="113" dirty="0">
              <a:solidFill>
                <a:srgbClr val="000000"/>
              </a:solidFill>
              <a:latin typeface="Times New Roman MT Italics"/>
              <a:ea typeface="Times New Roman MT Italics"/>
              <a:cs typeface="Times New Roman MT Italics"/>
              <a:sym typeface="Times New Roman MT Italics"/>
            </a:endParaRPr>
          </a:p>
          <a:p>
            <a:pPr algn="just">
              <a:lnSpc>
                <a:spcPts val="1998"/>
              </a:lnSpc>
            </a:pPr>
            <a:r>
              <a:rPr lang="en-US" sz="1723" i="1" spc="113" dirty="0" err="1">
                <a:solidFill>
                  <a:srgbClr val="000000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Asimismo</a:t>
            </a:r>
            <a:r>
              <a:rPr lang="en-US" sz="1723" i="1" spc="113" dirty="0">
                <a:solidFill>
                  <a:srgbClr val="000000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, le </a:t>
            </a:r>
            <a:r>
              <a:rPr lang="en-US" sz="1723" i="1" spc="113" dirty="0" err="1">
                <a:solidFill>
                  <a:srgbClr val="000000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expresa</a:t>
            </a:r>
            <a:r>
              <a:rPr lang="en-US" sz="1723" i="1" spc="113" dirty="0">
                <a:solidFill>
                  <a:srgbClr val="000000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 </a:t>
            </a:r>
            <a:r>
              <a:rPr lang="en-US" sz="1723" i="1" spc="113" dirty="0" err="1">
                <a:solidFill>
                  <a:srgbClr val="000000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su</a:t>
            </a:r>
            <a:r>
              <a:rPr lang="en-US" sz="1723" i="1" spc="113" dirty="0">
                <a:solidFill>
                  <a:srgbClr val="000000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 </a:t>
            </a:r>
            <a:r>
              <a:rPr lang="en-US" sz="1723" i="1" spc="113" dirty="0" err="1">
                <a:solidFill>
                  <a:srgbClr val="000000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sincero</a:t>
            </a:r>
            <a:r>
              <a:rPr lang="en-US" sz="1723" i="1" spc="113" dirty="0">
                <a:solidFill>
                  <a:srgbClr val="000000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 </a:t>
            </a:r>
            <a:r>
              <a:rPr lang="en-US" sz="1723" i="1" spc="113" dirty="0" err="1">
                <a:solidFill>
                  <a:srgbClr val="000000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agradecimiento</a:t>
            </a:r>
            <a:r>
              <a:rPr lang="en-US" sz="1723" i="1" spc="113" dirty="0">
                <a:solidFill>
                  <a:srgbClr val="000000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 por </a:t>
            </a:r>
            <a:r>
              <a:rPr lang="en-US" sz="1723" i="1" spc="113" dirty="0" err="1">
                <a:solidFill>
                  <a:srgbClr val="000000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su</a:t>
            </a:r>
            <a:r>
              <a:rPr lang="en-US" sz="1723" i="1" spc="113" dirty="0">
                <a:solidFill>
                  <a:srgbClr val="000000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 </a:t>
            </a:r>
            <a:r>
              <a:rPr lang="en-US" sz="1723" i="1" spc="113" dirty="0" err="1">
                <a:solidFill>
                  <a:srgbClr val="000000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presencia</a:t>
            </a:r>
            <a:r>
              <a:rPr lang="en-US" sz="1723" i="1" spc="113" dirty="0">
                <a:solidFill>
                  <a:srgbClr val="000000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 </a:t>
            </a:r>
            <a:r>
              <a:rPr lang="en-US" sz="1723" i="1" spc="113" dirty="0" err="1">
                <a:solidFill>
                  <a:srgbClr val="000000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en</a:t>
            </a:r>
            <a:r>
              <a:rPr lang="en-US" sz="1723" i="1" spc="113" dirty="0">
                <a:solidFill>
                  <a:srgbClr val="000000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 la </a:t>
            </a:r>
            <a:r>
              <a:rPr lang="en-US" sz="1723" i="1" spc="113" dirty="0" err="1">
                <a:solidFill>
                  <a:srgbClr val="000000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Ceremonia</a:t>
            </a:r>
            <a:r>
              <a:rPr lang="en-US" sz="1723" i="1" spc="113" dirty="0">
                <a:solidFill>
                  <a:srgbClr val="000000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 Central, </a:t>
            </a:r>
            <a:r>
              <a:rPr lang="en-US" sz="1723" i="1" spc="113" dirty="0" err="1">
                <a:solidFill>
                  <a:srgbClr val="000000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realizada</a:t>
            </a:r>
            <a:r>
              <a:rPr lang="en-US" sz="1723" i="1" spc="113" dirty="0">
                <a:solidFill>
                  <a:srgbClr val="000000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 el 2 de </a:t>
            </a:r>
            <a:r>
              <a:rPr lang="en-US" sz="1723" i="1" spc="113" dirty="0" err="1">
                <a:solidFill>
                  <a:srgbClr val="000000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octubre</a:t>
            </a:r>
            <a:r>
              <a:rPr lang="en-US" sz="1723" i="1" spc="113" dirty="0">
                <a:solidFill>
                  <a:srgbClr val="000000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 de 2026 </a:t>
            </a:r>
            <a:r>
              <a:rPr lang="en-US" sz="1723" i="1" spc="113" dirty="0" err="1">
                <a:solidFill>
                  <a:srgbClr val="000000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en</a:t>
            </a:r>
            <a:r>
              <a:rPr lang="en-US" sz="1723" i="1" spc="113" dirty="0">
                <a:solidFill>
                  <a:srgbClr val="000000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 la </a:t>
            </a:r>
            <a:r>
              <a:rPr lang="en-US" sz="1723" i="1" spc="113" dirty="0" err="1">
                <a:solidFill>
                  <a:srgbClr val="000000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Guarnición</a:t>
            </a:r>
            <a:r>
              <a:rPr lang="en-US" sz="1723" i="1" spc="113" dirty="0">
                <a:solidFill>
                  <a:srgbClr val="000000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 </a:t>
            </a:r>
            <a:r>
              <a:rPr lang="en-US" sz="1723" i="1" spc="113" dirty="0" err="1">
                <a:solidFill>
                  <a:srgbClr val="000000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Ejército</a:t>
            </a:r>
            <a:r>
              <a:rPr lang="en-US" sz="1723" i="1" spc="113" dirty="0">
                <a:solidFill>
                  <a:srgbClr val="000000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 "Córdoba", </a:t>
            </a:r>
            <a:r>
              <a:rPr lang="en-US" sz="1723" i="1" spc="113" dirty="0" err="1">
                <a:solidFill>
                  <a:srgbClr val="000000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cuyo</a:t>
            </a:r>
            <a:r>
              <a:rPr lang="en-US" sz="1723" i="1" spc="113" dirty="0">
                <a:solidFill>
                  <a:srgbClr val="000000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 </a:t>
            </a:r>
            <a:r>
              <a:rPr lang="en-US" sz="1723" i="1" spc="113" dirty="0" err="1">
                <a:solidFill>
                  <a:srgbClr val="000000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realce</a:t>
            </a:r>
            <a:r>
              <a:rPr lang="en-US" sz="1723" i="1" spc="113" dirty="0">
                <a:solidFill>
                  <a:srgbClr val="000000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 </a:t>
            </a:r>
            <a:r>
              <a:rPr lang="en-US" sz="1723" i="1" spc="113" dirty="0" err="1">
                <a:solidFill>
                  <a:srgbClr val="000000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fue</a:t>
            </a:r>
            <a:r>
              <a:rPr lang="en-US" sz="1723" i="1" spc="113" dirty="0">
                <a:solidFill>
                  <a:srgbClr val="000000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 </a:t>
            </a:r>
            <a:r>
              <a:rPr lang="en-US" sz="1723" i="1" spc="113" dirty="0" err="1">
                <a:solidFill>
                  <a:srgbClr val="000000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posible</a:t>
            </a:r>
            <a:r>
              <a:rPr lang="en-US" sz="1723" i="1" spc="113" dirty="0">
                <a:solidFill>
                  <a:srgbClr val="000000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 gracias al </a:t>
            </a:r>
            <a:r>
              <a:rPr lang="en-US" sz="1723" i="1" spc="113" dirty="0" err="1">
                <a:solidFill>
                  <a:srgbClr val="000000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acompañamiento</a:t>
            </a:r>
            <a:r>
              <a:rPr lang="en-US" sz="1723" i="1" spc="113" dirty="0">
                <a:solidFill>
                  <a:srgbClr val="000000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 de </a:t>
            </a:r>
            <a:r>
              <a:rPr lang="en-US" sz="1723" i="1" spc="113" dirty="0" err="1">
                <a:solidFill>
                  <a:srgbClr val="000000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quienes</a:t>
            </a:r>
            <a:r>
              <a:rPr lang="en-US" sz="1723" i="1" spc="113" dirty="0">
                <a:solidFill>
                  <a:srgbClr val="000000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, </a:t>
            </a:r>
            <a:r>
              <a:rPr lang="en-US" sz="1723" i="1" spc="113" dirty="0" err="1">
                <a:solidFill>
                  <a:srgbClr val="000000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como</a:t>
            </a:r>
            <a:r>
              <a:rPr lang="en-US" sz="1723" i="1" spc="113" dirty="0">
                <a:solidFill>
                  <a:srgbClr val="000000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 </a:t>
            </a:r>
            <a:r>
              <a:rPr lang="en-US" sz="1723" i="1" spc="113" dirty="0" err="1">
                <a:solidFill>
                  <a:srgbClr val="000000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usted</a:t>
            </a:r>
            <a:r>
              <a:rPr lang="en-US" sz="1723" i="1" spc="113" dirty="0">
                <a:solidFill>
                  <a:srgbClr val="000000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, </a:t>
            </a:r>
            <a:r>
              <a:rPr lang="en-US" sz="1723" i="1" spc="113" dirty="0" err="1">
                <a:solidFill>
                  <a:srgbClr val="000000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honran</a:t>
            </a:r>
            <a:r>
              <a:rPr lang="en-US" sz="1723" i="1" spc="113" dirty="0">
                <a:solidFill>
                  <a:srgbClr val="000000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 con </a:t>
            </a:r>
            <a:r>
              <a:rPr lang="en-US" sz="1723" i="1" spc="113" dirty="0" err="1">
                <a:solidFill>
                  <a:srgbClr val="000000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su</a:t>
            </a:r>
            <a:r>
              <a:rPr lang="en-US" sz="1723" i="1" spc="113" dirty="0">
                <a:solidFill>
                  <a:srgbClr val="000000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 </a:t>
            </a:r>
            <a:r>
              <a:rPr lang="en-US" sz="1723" i="1" spc="113" dirty="0" err="1">
                <a:solidFill>
                  <a:srgbClr val="000000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presencia</a:t>
            </a:r>
            <a:r>
              <a:rPr lang="en-US" sz="1723" i="1" spc="113" dirty="0">
                <a:solidFill>
                  <a:srgbClr val="000000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 la </a:t>
            </a:r>
            <a:r>
              <a:rPr lang="en-US" sz="1723" i="1" spc="113" dirty="0" err="1">
                <a:solidFill>
                  <a:srgbClr val="000000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historia</a:t>
            </a:r>
            <a:r>
              <a:rPr lang="en-US" sz="1723" i="1" spc="113" dirty="0">
                <a:solidFill>
                  <a:srgbClr val="000000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 y el </a:t>
            </a:r>
            <a:r>
              <a:rPr lang="en-US" sz="1723" i="1" spc="113" dirty="0" err="1">
                <a:solidFill>
                  <a:srgbClr val="000000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espíritu</a:t>
            </a:r>
            <a:r>
              <a:rPr lang="en-US" sz="1723" i="1" spc="113" dirty="0">
                <a:solidFill>
                  <a:srgbClr val="000000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 de </a:t>
            </a:r>
            <a:r>
              <a:rPr lang="en-US" sz="1723" i="1" spc="113" dirty="0" err="1">
                <a:solidFill>
                  <a:srgbClr val="000000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nuestra</a:t>
            </a:r>
            <a:r>
              <a:rPr lang="en-US" sz="1723" i="1" spc="113" dirty="0">
                <a:solidFill>
                  <a:srgbClr val="000000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 </a:t>
            </a:r>
            <a:r>
              <a:rPr lang="en-US" sz="1723" i="1" spc="113" dirty="0" err="1">
                <a:solidFill>
                  <a:srgbClr val="000000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Arma</a:t>
            </a:r>
            <a:r>
              <a:rPr lang="en-US" sz="1723" i="1" spc="113" dirty="0">
                <a:solidFill>
                  <a:srgbClr val="000000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.</a:t>
            </a:r>
          </a:p>
          <a:p>
            <a:pPr algn="just">
              <a:lnSpc>
                <a:spcPts val="1998"/>
              </a:lnSpc>
            </a:pPr>
            <a:endParaRPr lang="en-US" sz="1723" i="1" spc="113" dirty="0">
              <a:solidFill>
                <a:srgbClr val="000000"/>
              </a:solidFill>
              <a:latin typeface="Times New Roman MT Italics"/>
              <a:ea typeface="Times New Roman MT Italics"/>
              <a:cs typeface="Times New Roman MT Italics"/>
              <a:sym typeface="Times New Roman MT Italic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2780651" y="2330450"/>
            <a:ext cx="5130695" cy="3945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3"/>
              </a:lnSpc>
            </a:pPr>
            <a:r>
              <a:rPr lang="en-US" sz="1839" b="1" spc="202" dirty="0" err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Reconocimiento</a:t>
            </a:r>
            <a:r>
              <a:rPr lang="en-US" sz="1839" b="1" spc="202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</a:t>
            </a:r>
            <a:r>
              <a:rPr lang="en-US" sz="1839" b="1" spc="202" dirty="0" err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Arma</a:t>
            </a:r>
            <a:r>
              <a:rPr lang="en-US" sz="1839" b="1" spc="202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de Comunicaciones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956300" y="5835650"/>
            <a:ext cx="4366967" cy="2834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409"/>
              </a:lnSpc>
            </a:pPr>
            <a:r>
              <a:rPr lang="en-US" sz="1451" spc="159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C.A. Buenos Aires, 02 de </a:t>
            </a:r>
            <a:r>
              <a:rPr lang="en-US" sz="1451" spc="159" dirty="0" err="1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octubre</a:t>
            </a:r>
            <a:r>
              <a:rPr lang="en-US" sz="1451" spc="159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de 2026.</a:t>
            </a:r>
          </a:p>
        </p:txBody>
      </p:sp>
      <p:sp>
        <p:nvSpPr>
          <p:cNvPr id="8" name="Freeform 8" descr="Caídos en la guerra: el Ejército desarrolló un mapa interactivo - El Litoral"/>
          <p:cNvSpPr/>
          <p:nvPr/>
        </p:nvSpPr>
        <p:spPr>
          <a:xfrm>
            <a:off x="4523216" y="282747"/>
            <a:ext cx="1443662" cy="1705696"/>
          </a:xfrm>
          <a:custGeom>
            <a:avLst/>
            <a:gdLst/>
            <a:ahLst/>
            <a:cxnLst/>
            <a:rect l="l" t="t" r="r" b="b"/>
            <a:pathLst>
              <a:path w="1443662" h="1705696">
                <a:moveTo>
                  <a:pt x="0" y="0"/>
                </a:moveTo>
                <a:lnTo>
                  <a:pt x="1443662" y="0"/>
                </a:lnTo>
                <a:lnTo>
                  <a:pt x="1443662" y="1705697"/>
                </a:lnTo>
                <a:lnTo>
                  <a:pt x="0" y="17056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198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133</Words>
  <Application>Microsoft Office PowerPoint</Application>
  <PresentationFormat>Personalizado</PresentationFormat>
  <Paragraphs>5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7" baseType="lpstr">
      <vt:lpstr>Times New Roman MT</vt:lpstr>
      <vt:lpstr>Arial</vt:lpstr>
      <vt:lpstr>Times New Roman MT Italics</vt:lpstr>
      <vt:lpstr>Calibri</vt:lpstr>
      <vt:lpstr>Times New Roman MT Bold</vt:lpstr>
      <vt:lpstr>Office Theme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Salutaciones Dia del arma</dc:title>
  <cp:lastModifiedBy>Santiago Gorbea</cp:lastModifiedBy>
  <cp:revision>3</cp:revision>
  <dcterms:created xsi:type="dcterms:W3CDTF">2006-08-16T00:00:00Z</dcterms:created>
  <dcterms:modified xsi:type="dcterms:W3CDTF">2026-09-30T13:55:54Z</dcterms:modified>
  <dc:identifier>DAHWNRInyfU</dc:identifier>
</cp:coreProperties>
</file>