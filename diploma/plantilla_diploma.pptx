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</p:sldIdLst>
  <p:sldSz cx="10693400" cy="7556500"/>
  <p:notesSz cx="6858000" cy="9144000"/>
  <p:embeddedFontLst>
    <p:embeddedFont>
      <p:font typeface="Times New Roman MT Italics" charset="1" panose="02030502070405090303"/>
      <p:regular r:id="rId7"/>
    </p:embeddedFont>
    <p:embeddedFont>
      <p:font typeface="Times New Roman MT Bold" charset="1" panose="02030802070405020303"/>
      <p:regular r:id="rId8"/>
    </p:embeddedFont>
    <p:embeddedFont>
      <p:font typeface="Times New Roman MT" charset="1" panose="02030502070405020303"/>
      <p:regular r:id="rId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fonts/font7.fntdata" Type="http://schemas.openxmlformats.org/officeDocument/2006/relationships/font"/><Relationship Id="rId8" Target="fonts/font8.fntdata" Type="http://schemas.openxmlformats.org/officeDocument/2006/relationships/font"/><Relationship Id="rId9" Target="fonts/font9.fntdata" Type="http://schemas.openxmlformats.org/officeDocument/2006/relationships/font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203675" y="466939"/>
            <a:ext cx="1779422" cy="1550818"/>
          </a:xfrm>
          <a:custGeom>
            <a:avLst/>
            <a:gdLst/>
            <a:ahLst/>
            <a:cxnLst/>
            <a:rect r="r" b="b" t="t" l="l"/>
            <a:pathLst>
              <a:path h="1550818" w="1779422">
                <a:moveTo>
                  <a:pt x="0" y="0"/>
                </a:moveTo>
                <a:lnTo>
                  <a:pt x="1779422" y="0"/>
                </a:lnTo>
                <a:lnTo>
                  <a:pt x="1779422" y="1550819"/>
                </a:lnTo>
                <a:lnTo>
                  <a:pt x="0" y="15508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152" t="-18979" r="-7761" b="-12874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756000" y="2411348"/>
            <a:ext cx="9304971" cy="27938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998"/>
              </a:lnSpc>
            </a:pPr>
            <a:r>
              <a:rPr lang="en-US" sz="1723" i="true" spc="113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La Comis</a:t>
            </a:r>
            <a:r>
              <a:rPr lang="en-US" sz="1723" i="true" spc="113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ión</a:t>
            </a:r>
            <a:r>
              <a:rPr lang="en-US" sz="1723" i="true" spc="113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del </a:t>
            </a:r>
            <a:r>
              <a:rPr lang="en-US" sz="1723" i="true" spc="113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Arm</a:t>
            </a:r>
            <a:r>
              <a:rPr lang="en-US" sz="1723" i="true" spc="113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a </a:t>
            </a:r>
            <a:r>
              <a:rPr lang="en-US" sz="1723" i="true" spc="113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d</a:t>
            </a:r>
            <a:r>
              <a:rPr lang="en-US" sz="1723" i="true" spc="113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e Comun</a:t>
            </a:r>
            <a:r>
              <a:rPr lang="en-US" sz="1723" i="true" spc="113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icaciones e Informática "Arcángel San Gabriel" tiene el honor de saludar al Señor / a la Señora [Nombre y Apellido] (si es </a:t>
            </a:r>
            <a:r>
              <a:rPr lang="en-US" sz="1723" i="true" spc="113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civil) / al Señ</a:t>
            </a:r>
            <a:r>
              <a:rPr lang="en-US" sz="1723" i="true" spc="113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or [Grado] D. [Nombre y Apellido] (si es militar), con motivo de celebrarse el 84° Aniversario del Arma de Comunicaciones y el Día del Sistema de Computación de Datos, bajo la advocación de su Santo Patrono, San Gabriel Arcángel.</a:t>
            </a:r>
          </a:p>
          <a:p>
            <a:pPr algn="just">
              <a:lnSpc>
                <a:spcPts val="1998"/>
              </a:lnSpc>
            </a:pPr>
          </a:p>
          <a:p>
            <a:pPr algn="just">
              <a:lnSpc>
                <a:spcPts val="1998"/>
              </a:lnSpc>
            </a:pPr>
            <a:r>
              <a:rPr lang="en-US" sz="1723" i="true" spc="113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Asimismo, le expresa su sincero agradecimiento por su presencia en la Ceremonia Central, realizada el 2 de octubre de 2026 en la Guarnición Ejército</a:t>
            </a:r>
            <a:r>
              <a:rPr lang="en-US" sz="1723" i="true" spc="113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"Córdoba", cuyo realce fue posible gracias al acompañamiento de quienes, como usted, honran con su presencia la historia y el espíritu de nuestra Arma.</a:t>
            </a:r>
          </a:p>
          <a:p>
            <a:pPr algn="just">
              <a:lnSpc>
                <a:spcPts val="1998"/>
              </a:lnSpc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2780653" y="1065364"/>
            <a:ext cx="5130695" cy="3945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53"/>
              </a:lnSpc>
            </a:pPr>
            <a:r>
              <a:rPr lang="en-US" sz="1839" spc="202" b="true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Reconocimiento Arma de Comunicaciones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471350" y="6093204"/>
            <a:ext cx="3464650" cy="4822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43"/>
              </a:lnSpc>
            </a:pPr>
            <a:r>
              <a:rPr lang="en-US" sz="1451" spc="16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Militares: Uniforme de combate.</a:t>
            </a:r>
          </a:p>
          <a:p>
            <a:pPr algn="r">
              <a:lnSpc>
                <a:spcPts val="1843"/>
              </a:lnSpc>
            </a:pPr>
            <a:r>
              <a:rPr lang="en-US" sz="1451" spc="16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Retirados y civiles: Elegante Sport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5973094" y="5126667"/>
            <a:ext cx="4366967" cy="315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9"/>
              </a:lnSpc>
            </a:pPr>
            <a:r>
              <a:rPr lang="en-US" sz="1451" spc="15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C.A. Buenos Aires,      de octubre de 2026.-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97192" y="6093204"/>
            <a:ext cx="3313228" cy="4822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43"/>
              </a:lnSpc>
            </a:pPr>
            <a:r>
              <a:rPr lang="en-US" sz="1451" spc="16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Azopardo 250, C.A.Buenos Aires</a:t>
            </a:r>
          </a:p>
          <a:p>
            <a:pPr algn="r">
              <a:lnSpc>
                <a:spcPts val="1843"/>
              </a:lnSpc>
            </a:pPr>
            <a:r>
              <a:rPr lang="en-US" sz="1451" spc="16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S. R. C: 4346 6100 Int 1187 </a:t>
            </a:r>
          </a:p>
        </p:txBody>
      </p:sp>
      <p:sp>
        <p:nvSpPr>
          <p:cNvPr name="Freeform 8" id="8" descr="Caídos en la guerra: el Ejército desarrolló un mapa interactivo - El Litoral"/>
          <p:cNvSpPr/>
          <p:nvPr/>
        </p:nvSpPr>
        <p:spPr>
          <a:xfrm flipH="false" flipV="false" rot="0">
            <a:off x="897192" y="466939"/>
            <a:ext cx="1443662" cy="1705696"/>
          </a:xfrm>
          <a:custGeom>
            <a:avLst/>
            <a:gdLst/>
            <a:ahLst/>
            <a:cxnLst/>
            <a:rect r="r" b="b" t="t" l="l"/>
            <a:pathLst>
              <a:path h="1705696" w="1443662">
                <a:moveTo>
                  <a:pt x="0" y="0"/>
                </a:moveTo>
                <a:lnTo>
                  <a:pt x="1443662" y="0"/>
                </a:lnTo>
                <a:lnTo>
                  <a:pt x="1443662" y="1705697"/>
                </a:lnTo>
                <a:lnTo>
                  <a:pt x="0" y="17056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-198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DAHWNRInyfU</dc:identifier>
  <dcterms:modified xsi:type="dcterms:W3CDTF">2011-08-01T06:04:30Z</dcterms:modified>
  <cp:revision>1</cp:revision>
  <dc:title>Salutaciones Dia del arma</dc:title>
</cp:coreProperties>
</file>