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0693400" cy="7556500"/>
  <p:notesSz cx="6858000" cy="9144000"/>
  <p:embeddedFontLst>
    <p:embeddedFont>
      <p:font typeface="Calibri" panose="020F0502020204030204" pitchFamily="34" charset="0"/>
      <p:regular r:id="rId3"/>
      <p:bold r:id="rId4"/>
      <p:italic r:id="rId5"/>
      <p:boldItalic r:id="rId6"/>
    </p:embeddedFont>
    <p:embeddedFont>
      <p:font typeface="Times New Roman MT" panose="020B0604020202020204" charset="0"/>
      <p:regular r:id="rId7"/>
    </p:embeddedFont>
    <p:embeddedFont>
      <p:font typeface="Times New Roman MT Bold" panose="020B0604020202020204" charset="0"/>
      <p:regular r:id="rId8"/>
    </p:embeddedFont>
    <p:embeddedFont>
      <p:font typeface="Times New Roman MT Italics" panose="020B0604020202020204" charset="0"/>
      <p:regular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98" d="100"/>
          <a:sy n="98" d="100"/>
        </p:scale>
        <p:origin x="15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viewProps" Target="viewProps.xml"/><Relationship Id="rId5" Type="http://schemas.openxmlformats.org/officeDocument/2006/relationships/font" Target="fonts/font3.fntdata"/><Relationship Id="rId10" Type="http://schemas.openxmlformats.org/officeDocument/2006/relationships/presProps" Target="pres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203675" y="466939"/>
            <a:ext cx="1779422" cy="1550818"/>
          </a:xfrm>
          <a:custGeom>
            <a:avLst/>
            <a:gdLst/>
            <a:ahLst/>
            <a:cxnLst/>
            <a:rect l="l" t="t" r="r" b="b"/>
            <a:pathLst>
              <a:path w="1779422" h="1550818">
                <a:moveTo>
                  <a:pt x="0" y="0"/>
                </a:moveTo>
                <a:lnTo>
                  <a:pt x="1779422" y="0"/>
                </a:lnTo>
                <a:lnTo>
                  <a:pt x="1779422" y="1550819"/>
                </a:lnTo>
                <a:lnTo>
                  <a:pt x="0" y="15508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52" t="-18979" r="-7761" b="-12874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56000" y="2411348"/>
            <a:ext cx="9304971" cy="2564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998"/>
              </a:lnSpc>
            </a:pP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La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Comisión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del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Arma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de Comunicaciones e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Informática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"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Arcángel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San Gabriel"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tiene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el honor de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saludar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al [Grado] [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Nombre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y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Apellido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], con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motivo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de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celebrarse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el 84°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Aniversario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del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Arma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de Comunicaciones y el Día del Sistema de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Computación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de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Datos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, bajo la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advocación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de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su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Santo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Patrono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, San Gabriel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Arcángel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.</a:t>
            </a:r>
          </a:p>
          <a:p>
            <a:pPr algn="just">
              <a:lnSpc>
                <a:spcPts val="1998"/>
              </a:lnSpc>
            </a:pPr>
            <a:endParaRPr lang="en-US" sz="1723" i="1" spc="113" dirty="0">
              <a:solidFill>
                <a:srgbClr val="000000"/>
              </a:solidFill>
              <a:latin typeface="Times New Roman MT Italics"/>
              <a:ea typeface="Times New Roman MT Italics"/>
              <a:cs typeface="Times New Roman MT Italics"/>
              <a:sym typeface="Times New Roman MT Italics"/>
            </a:endParaRPr>
          </a:p>
          <a:p>
            <a:pPr algn="just">
              <a:lnSpc>
                <a:spcPts val="1998"/>
              </a:lnSpc>
            </a:pP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Asimismo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, le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expresa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su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sincero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agradecimiento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por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su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presencia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en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la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Ceremonia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Central,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realizada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el 2 de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octubre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de 2026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en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la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Guarnición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Ejército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"Córdoba",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cuyo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realce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fue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posible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gracias al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acompañamiento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de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quienes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,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como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usted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,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honran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con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su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presencia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la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historia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y el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espíritu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de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nuestra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Arma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.</a:t>
            </a:r>
          </a:p>
          <a:p>
            <a:pPr algn="just">
              <a:lnSpc>
                <a:spcPts val="1998"/>
              </a:lnSpc>
            </a:pPr>
            <a:endParaRPr lang="en-US" sz="1723" i="1" spc="113" dirty="0">
              <a:solidFill>
                <a:srgbClr val="000000"/>
              </a:solidFill>
              <a:latin typeface="Times New Roman MT Italics"/>
              <a:ea typeface="Times New Roman MT Italics"/>
              <a:cs typeface="Times New Roman MT Italics"/>
              <a:sym typeface="Times New Roman MT Italics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2780653" y="1065364"/>
            <a:ext cx="5130695" cy="394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53"/>
              </a:lnSpc>
            </a:pPr>
            <a:r>
              <a:rPr lang="en-US" sz="1839" b="1" spc="202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Reconocimiento Arma de Comunicaciones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973094" y="5126667"/>
            <a:ext cx="4366967" cy="2834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09"/>
              </a:lnSpc>
            </a:pPr>
            <a:r>
              <a:rPr lang="en-US" sz="1451" spc="159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C.A. Buenos Aires, 02 de </a:t>
            </a:r>
            <a:r>
              <a:rPr lang="en-US" sz="1451" spc="159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octubre</a:t>
            </a:r>
            <a:r>
              <a:rPr lang="en-US" sz="1451" spc="159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de 2026.</a:t>
            </a:r>
          </a:p>
        </p:txBody>
      </p:sp>
      <p:sp>
        <p:nvSpPr>
          <p:cNvPr id="8" name="Freeform 8" descr="Caídos en la guerra: el Ejército desarrolló un mapa interactivo - El Litoral"/>
          <p:cNvSpPr/>
          <p:nvPr/>
        </p:nvSpPr>
        <p:spPr>
          <a:xfrm>
            <a:off x="897192" y="466939"/>
            <a:ext cx="1443662" cy="1705696"/>
          </a:xfrm>
          <a:custGeom>
            <a:avLst/>
            <a:gdLst/>
            <a:ahLst/>
            <a:cxnLst/>
            <a:rect l="l" t="t" r="r" b="b"/>
            <a:pathLst>
              <a:path w="1443662" h="1705696">
                <a:moveTo>
                  <a:pt x="0" y="0"/>
                </a:moveTo>
                <a:lnTo>
                  <a:pt x="1443662" y="0"/>
                </a:lnTo>
                <a:lnTo>
                  <a:pt x="1443662" y="1705697"/>
                </a:lnTo>
                <a:lnTo>
                  <a:pt x="0" y="17056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198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133</Words>
  <Application>Microsoft Office PowerPoint</Application>
  <PresentationFormat>Personalizado</PresentationFormat>
  <Paragraphs>5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7" baseType="lpstr">
      <vt:lpstr>Arial</vt:lpstr>
      <vt:lpstr>Times New Roman MT Bold</vt:lpstr>
      <vt:lpstr>Calibri</vt:lpstr>
      <vt:lpstr>Times New Roman MT</vt:lpstr>
      <vt:lpstr>Times New Roman MT Italics</vt:lpstr>
      <vt:lpstr>Office Theme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Salutaciones Dia del arma</dc:title>
  <cp:lastModifiedBy>Santiago Gorbea</cp:lastModifiedBy>
  <cp:revision>2</cp:revision>
  <dcterms:created xsi:type="dcterms:W3CDTF">2006-08-16T00:00:00Z</dcterms:created>
  <dcterms:modified xsi:type="dcterms:W3CDTF">2026-09-29T14:59:05Z</dcterms:modified>
  <dc:identifier>DAHWNRInyfU</dc:identifier>
</cp:coreProperties>
</file>